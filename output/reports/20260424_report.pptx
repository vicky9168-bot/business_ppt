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0"/>
            <a:ext cx="2286000" cy="22860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097280"/>
            <a:ext cx="10332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800" b="1">
                <a:solidFill>
                  <a:srgbClr val="2B579A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市場分析報告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A3A6C"/>
                </a:solidFill>
                <a:latin typeface="Microsoft JhengHei"/>
              </a:defRPr>
              <a:lnSpc>
                <a:spcPct val="120000"/>
              </a:lnSpc>
            </a:pPr>
            <a:r>
              <a:t>費半破萬點 硬體狂飆 軟體失速｜台股多殺多 股市大換手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200400"/>
            <a:ext cx="3931920" cy="457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費半連17紅站上10,000點 | SOX vs IGV 極端分化 | 台股成交量歷史新高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台灣外銷訂單首破900億美元 | 金管會持股上限10%→25% | 主動ETF均值+43%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2026 年 4 月 24 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943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綜合分析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目錄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 費半破萬 + 台股換手 + 外銷創高 + 金管會鬆綁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2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08760" y="2103120"/>
            <a:ext cx="1005840" cy="100584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市場總覽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費半破萬點連17紅</a:t>
            </a:r>
            <a:br/>
            <a:r>
              <a:t>台股多殺多換股</a:t>
            </a:r>
            <a:br/>
            <a:r>
              <a:t>成交量1.3兆歷史新高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5486400"/>
            <a:ext cx="1188720" cy="457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103120"/>
            <a:ext cx="1005840" cy="1005840"/>
          </a:xfrm>
          <a:prstGeom prst="ellipse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硬軟分化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硬體狂飆vs軟體失速</a:t>
            </a:r>
            <a:br/>
            <a:r>
              <a:t>特斯拉財報解析</a:t>
            </a:r>
            <a:br/>
            <a:r>
              <a:t>比特幣資金輪動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5486400"/>
            <a:ext cx="1188720" cy="4572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60920" y="2103120"/>
            <a:ext cx="1005840" cy="1005840"/>
          </a:xfrm>
          <a:prstGeom prst="ellipse">
            <a:avLst/>
          </a:prstGeom>
          <a:solidFill>
            <a:srgbClr val="5B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台灣市場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外銷訂單創新高</a:t>
            </a:r>
            <a:br/>
            <a:r>
              <a:t>金管會三線鬆綁</a:t>
            </a:r>
            <a:br/>
            <a:r>
              <a:t>主動ETF表現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5486400"/>
            <a:ext cx="1188720" cy="45720"/>
          </a:xfrm>
          <a:prstGeom prst="rect">
            <a:avLst/>
          </a:prstGeom>
          <a:solidFill>
            <a:srgbClr val="5B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0976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87000" y="2103120"/>
            <a:ext cx="1005840" cy="10058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投資策略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硬體主線配置</a:t>
            </a:r>
            <a:br/>
            <a:r>
              <a:t>換股邏輯分析</a:t>
            </a:r>
            <a:br/>
            <a:r>
              <a:t>觀察重點展望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5486400"/>
            <a:ext cx="118872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市場總覽 — 費半破萬 台股換手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費半連17紅+1.71% | 三大指數收黑 | 台股成交1.3兆歷史新高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美股四大指數 — 費半破萬點！連17紅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2026/04/23 — 道瓊-0.36% 標普-0.41% 那指-0.89% 費半+1.71%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4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280160"/>
            <a:ext cx="265176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道瓊工業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49,310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E84D4D"/>
                </a:solidFill>
                <a:latin typeface="Microsoft JhengHei"/>
              </a:defRPr>
              <a:lnSpc>
                <a:spcPct val="120000"/>
              </a:lnSpc>
            </a:pPr>
            <a:r>
              <a:t>-179 pt（-0.36%）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280160"/>
            <a:ext cx="265176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標普 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7,108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E84D4D"/>
                </a:solidFill>
                <a:latin typeface="Microsoft JhengHei"/>
              </a:defRPr>
              <a:lnSpc>
                <a:spcPct val="120000"/>
              </a:lnSpc>
            </a:pPr>
            <a:r>
              <a:t>-29 pt（-0.41%）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280160"/>
            <a:ext cx="265176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納斯達克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24,438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E84D4D"/>
                </a:solidFill>
                <a:latin typeface="Microsoft JhengHei"/>
              </a:defRPr>
              <a:lnSpc>
                <a:spcPct val="120000"/>
              </a:lnSpc>
            </a:pPr>
            <a:r>
              <a:t>-219 pt（-0.89%）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1280160"/>
            <a:ext cx="26517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費城半導體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10,078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AE60"/>
                </a:solidFill>
                <a:latin typeface="Microsoft JhengHei"/>
              </a:defRPr>
              <a:lnSpc>
                <a:spcPct val="120000"/>
              </a:lnSpc>
            </a:pPr>
            <a:r>
              <a:t>+169 pt（+1.71%）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26080"/>
            <a:ext cx="100584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台股多殺多換手 — 成交量創歷史新高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台北收38,434點(+720pt) | 成交1.3兆 | 外資僅賣27億 | 換股非換手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5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89520" y="1188720"/>
            <a:ext cx="42976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32588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台股換股行情解析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4/24 台北股市 +720pt = 38,434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單日成交歷史新高：1.3兆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外資賣超僅27億（幅度小）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  主要是「內資換股」非外資撤退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台積電仍強勢，未崩盤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E84D4D"/>
                </a:solidFill>
                <a:latin typeface="Microsoft JhengHei"/>
              </a:defRPr>
            </a:pPr>
            <a:r>
              <a:t>  中小型股：中石化等多殺多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換股的核心邏輯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台股今年成為全球第六大市場，1,000點以內、8,000億以內均屬正常波動。上引線長 = 籌碼換手，非行情結束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資金從過熱中小型股撤出 → 回流台積電等基本面確定的大型股 = 行情換股升級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硬體 vs 軟體 — 極端分化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SOX連17紅 | IGV軟體大跌 | 特斯拉財報 | 比特幣資金輪動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硬體 vs 軟體極端分化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AI基礎建設需求爆發 | 軟體商業模式仍在調整 | 籌碼高度集中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7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480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分化背後的邏輯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費半連17紅，站上1萬點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AI基建訂單4-5年結構性循環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IGV軟體ETF昨跌近3%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AI商業模式仍在調整期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不確定AI是否顛覆既有軟體業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短線警示：費半技術指標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59E0B"/>
                </a:solidFill>
                <a:latin typeface="Microsoft JhengHei"/>
              </a:defRPr>
            </a:pPr>
            <a:r>
              <a:t>  17天未跌 = 籌碼有點擁擠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B579A"/>
                </a:solidFill>
                <a:latin typeface="Microsoft JhengHei"/>
              </a:defRPr>
            </a:pPr>
            <a:r>
              <a:t>  IGV目前在強勢築底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  抄底資金太多暫時跌不深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資金輪動 — AI硬體獨佔市場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單一敘事風險：只看AI硬體 能源/消費/公用事業全遭抽離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8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31520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863840" y="118872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32588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市場共識脫節警訊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市場只剩一個敘事：AI硬體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消費/軟體/能源/公用事業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E84D4D"/>
                </a:solidFill>
                <a:latin typeface="Microsoft JhengHei"/>
              </a:defRPr>
            </a:pPr>
            <a:r>
              <a:t>  全面遭資金撤出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跨資產出現明顯背離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利率/油價/中東地緣政治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市場幾乎全部忽略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單邊上攻動能仍強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59E0B"/>
                </a:solidFill>
                <a:latin typeface="Microsoft JhengHei"/>
              </a:defRPr>
            </a:pPr>
            <a:r>
              <a:t>  但需注意共識過於集中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大股票 vs 中小型股的警示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若最終只是大股票的勝利，大型股與中小股持續脫節 → 影響實體經濟。大多數就業仍由小型公司提供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納指創高 vs IGV軟體脫鉤從2025年下半年開始，是重要的市場結構警訊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特斯拉財報 &amp; 比特幣資金動態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特斯拉EPS連4季低於預期 | 散戶每日買入70億 | BTC卡在100日均線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9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5720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特斯拉Q1 2026重點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自由現金流回到正值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E84D4D"/>
                </a:solidFill>
                <a:latin typeface="Microsoft JhengHei"/>
              </a:defRPr>
            </a:pPr>
            <a:r>
              <a:t>  但EPS僅$0.25（預期$0.60）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E84D4D"/>
                </a:solidFill>
                <a:latin typeface="Microsoft JhengHei"/>
              </a:defRPr>
            </a:pPr>
            <a:r>
              <a:t>  連續四季低於市場預期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CAPEX增$50億至$250億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財報後股價跌3.56%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散戶日買入約70億美元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BTC：卡在100日均線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突破75,000-80,000才有機會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散戶投資邏輯：「賣產值的就買」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特斯拉&amp;比特幣：逢低買盤持續，但追高意願薄弱。電動車賣差無關緊要，市場等待自駕/robotaxi的營收貢獻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→ 掘金熱邏輯：最後能不能挖到金不重要，賣鏟子的就繼續買。硬體 &gt; 軟體 &gt; 應用服務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THREE.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台灣市場 — 全面升溫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外銷訂單首破900億 | 金管會三線鬆綁 | 主動ETF全面跑贏大盤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台灣外銷訂單 — 3月首破900億美元大關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3月份911億美元 | 年增幅+65.9% | Q1累計2,319億 | 美台逆差全球第一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11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480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台灣外銷訂單亮點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7AE60"/>
                </a:solidFill>
                <a:latin typeface="Microsoft JhengHei"/>
              </a:defRPr>
            </a:pPr>
            <a:r>
              <a:t>  3月份：911億美元（歷史首次破900億）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年增幅：+65.9%（爆炸性成長）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Q1累計：2,319億，平均增速50%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去年全年增速已維持20-30%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美國對台灣進口年增596億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全球第一（中國減971億）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7AE60"/>
                </a:solidFill>
                <a:latin typeface="Microsoft JhengHei"/>
              </a:defRPr>
            </a:pPr>
            <a:r>
              <a:t>  AI投資未放緩，反而加速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  地緣政治衝突未影響AI需求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金管會政策鬆綁 — 台股新時代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單一持股上限10%→25% | 外債擔保換台幣 | 股息美元化 | 亞洲資管中心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12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5720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金管會三線並進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① 制度鬆綁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持股上限10%→25%（台積電受益）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外國債券Triple B+可擔保換台幣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② 場域建設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高雄亞洲資產管理中心建立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銀行/保險/資管陸續進駐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③ 產品和服務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TISA長期投資帳戶、稅賦優惠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家族辦公室/跨境投資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核心：台灣從資金輸出地→資金停留地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持股上限放寬 → 主動ETF更貼近市場權重 → 台積電ETF回補力道增強 → 帶動指數進一步上揚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外資可不換匯直接配息 → 降低台股匯率風險 → 增加外資持有台股誘因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主動型ETF全面跑贏大盤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992A/981A/994A 突破60% | 均值+43% | 持股集中AI板塊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13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5720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主動ETF為何跑贏？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7AE60"/>
                </a:solidFill>
                <a:latin typeface="Microsoft JhengHei"/>
              </a:defRPr>
            </a:pPr>
            <a:r>
              <a:t>  3檔ETF突破60%（992A/981A/994A）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均值+43%，明顯高於大盤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原因：AI相關資金高度集中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集中持股 = 貝塔值放大效應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注意：台積電持股上限鬆綁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10%→25%，未來更大受益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200" b="0">
                <a:solidFill>
                  <a:srgbClr val="E84D4D"/>
                </a:solidFill>
                <a:latin typeface="Microsoft JhengHei"/>
              </a:defRPr>
            </a:pPr>
            <a:r>
              <a:t>  熊市時貝塔值放大 = 跌更多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  了解風險，才能正確使用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「ETF永動機」現象解析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台積電股價漲太快 + 持股上限10% → 主動ETF買不夠 → 被迫買0050/0052 → ETF買ETF（永動機現象）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持股上限放寬後 → 主動ETF可直接配置更多台積電 → 績效更貼近市場 → 永動機現象消失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FOUR.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投資策略 — 換股邏輯與配置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硬體主線確認 | 台股換股完成後的機會 | 油價PMI | 外資觀察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宏觀環境 — 油價回百美元 &amp; PMI緩升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中東僵局加劇 | XLE能源股築底 | 企業備貨推動PMI 但實質需求偏弱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15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480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宏觀三大警訊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油價重回$100：通膨隱患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美伊談判陷入僵局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E84D4D"/>
                </a:solidFill>
                <a:latin typeface="Microsoft JhengHei"/>
              </a:defRPr>
            </a:pPr>
            <a:r>
              <a:t>  革命衛隊退出談判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PMI回升：備貨≠實質需求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企業預期通膨而搶貨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終端需求仍偏弱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美國實質薪資已轉負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就業看似穩但不敢辭職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消費信心持續下滑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台股換股完成後的機會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外資賣超4,371億 | 外銷訂單增速65.9% | 大型股主導行情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16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6217920" cy="3200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188720"/>
            <a:ext cx="5303520" cy="3200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台股行情的三大驅動力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① 外銷訂單：增速65.9%，AI投資持續推動，台灣科技出口成全球最大受益方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② 金管會鬆綁：台積電持股上限擴大，ETF回補力道增強，亞洲資管中心逐步建立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③ 外資回補潛力：賣超已逾4,371億，一旦外資轉向，將是台股最大正面觸媒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FIVE.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投資策略總結 — 2026.04.24 操作建議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硬體主線配置 | 資產配置建議 | 風險評估 | 後市觀察重點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產業動能雷達 &amp; 配置建議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AI硬體主線持續 | 換股後等大型股確認 | 外資觀察是關鍵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18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4754880" cy="47548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0" y="1188720"/>
            <a:ext cx="67665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280160"/>
            <a:ext cx="6400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積極型配置建議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AI硬體/台積電 35%（費半主線確認）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主動型ETF 25%（均值+43% 持續跑贏）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現金 30%（等外資回補確認信號）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能源/防禦 10%（油價支撐，築底觀察）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474720"/>
            <a:ext cx="67665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356616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穩健型配置建議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現金 35%（等換股確認完成後進場）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台積電/大型權值 25%（換股後主力）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防禦型科技ETF 20%（0050/台灣50）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債券/黃金 10%（系統性對沖）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其他 10%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100" b="1">
                <a:solidFill>
                  <a:srgbClr val="F59E0B"/>
                </a:solidFill>
                <a:latin typeface="Microsoft JhengHei"/>
              </a:defRPr>
            </a:pPr>
            <a:r>
              <a:t>  注意：費半17連紅後短線擁擠，別追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資產配置圖解 &amp; 後市觀察重點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 — AI硬體主線確立，外資回補仍是最大觸媒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2026.04.24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19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18872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2801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後市觀察重點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1. 費半籌碼是否鬆動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17連紅後短線擁擠待觀察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2. 台股換股完成確認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大型股是否接棒中小型股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3. 油價持守$100關卡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公債殖利率是否連帶反應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4. 外資回補信號出現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4,371億賣超待回補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核心策略總結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  費半破萬點確認AI硬體主線；台股換股 = 行情升級非結束。外銷訂單+65.9%是台股最強基本面支撐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D6E8F7"/>
                </a:solidFill>
                <a:latin typeface="Microsoft JhengHei"/>
              </a:defRPr>
            </a:pPr>
            <a:r>
              <a:t>  外資4,371億賣超回補是最大潛在觸媒，金管會鬆綁持續加油，台股長期多頭格局未變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2026.04.24 重點回顧 &amp; 後市展望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188720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B579A"/>
                </a:solidFill>
                <a:latin typeface="Microsoft JhengHei"/>
              </a:defRPr>
            </a:pPr>
            <a:r>
              <a:t>本集五大重點回顧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1. 費半破萬點連17紅：+1.71%收10,078點，三大指數收黑。硬體爆發vs軟體失速，AI基建需求4-5年結構循環確認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2. 台股多殺多換股：成交1.3兆創歷史新高，外資僅賣27億，資金從中小型股流向大型權值。行情升級非結束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3. 台灣外銷訂單創紀錄：3月份911億美元首破900億大關，年增+65.9%，Q1累計2,319億，AI投資加速不減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4. 金管會三線並進：持股上限10%→25%，外債換台幣，美元計價股息，亞洲資管中心建立加速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5. 主動ETF全面跑贏：992A/981A/994A突破60%，均值+43%，持股集中AI板塊放大貝塔效應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B579A"/>
                </a:solidFill>
                <a:latin typeface="Microsoft JhengHei"/>
              </a:defRPr>
            </a:pPr>
            <a:r>
              <a:t>後市觀察重點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D2D2D"/>
                </a:solidFill>
                <a:latin typeface="Microsoft JhengHei"/>
              </a:defRPr>
            </a:pPr>
            <a:r>
              <a:t>  費半連17紅後籌碼擁擠程度（短線整理空間）；台股換股能否順利完成，大型股接棒訊號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D2D2D"/>
                </a:solidFill>
                <a:latin typeface="Microsoft JhengHei"/>
              </a:defRPr>
            </a:pPr>
            <a:r>
              <a:t>  油價$100是否持守（通膨風險 → 公債殖利率影響）；外資4,371億賣超是否開始回補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D2D2D"/>
                </a:solidFill>
                <a:latin typeface="Microsoft JhengHei"/>
              </a:defRPr>
            </a:pPr>
            <a:r>
              <a:t>  台灣外銷訂單是否維持高增速；金管會政策落地效果與亞洲資管中心實質進駐進度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資料來源：早晨財經速解讀 | 分析日期：2026-04-24 | 本報告僅供參考，非投資建議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